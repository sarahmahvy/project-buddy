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64B5F6"/>
                </a:solidFill>
              </a:defRPr>
            </a:pPr>
            <a:r>
              <a:t>🚀 ACADEMIC COLLABORATION PLATFORM</a:t>
            </a:r>
          </a:p>
          <a:p>
            <a:pPr>
              <a:spcAft>
                <a:spcPts val="1400"/>
              </a:spcAft>
              <a:defRPr sz="4800" b="1">
                <a:solidFill>
                  <a:srgbClr val="FFFFFF"/>
                </a:solidFill>
              </a:defRPr>
            </a:pPr>
            <a:r>
              <a:t>ProjectBuddy</a:t>
            </a:r>
          </a:p>
          <a:p>
            <a:pPr>
              <a:spcAft>
                <a:spcPts val="2800"/>
              </a:spcAft>
              <a:defRPr sz="2000">
                <a:solidFill>
                  <a:srgbClr val="DCE6F2"/>
                </a:solidFill>
              </a:defRPr>
            </a:pPr>
            <a:r>
              <a:t>The LinkedIn for University Students with Anti-Theft Idea Vault &amp; Anonymous Administration</a:t>
            </a:r>
          </a:p>
          <a:p>
            <a:pPr>
              <a:defRPr sz="1300">
                <a:solidFill>
                  <a:srgbClr val="A0B9D7"/>
                </a:solidFill>
              </a:defRPr>
            </a:pPr>
            <a:r>
              <a:t>• Zero Idea Theft Guarantee   |   • Skill-Match Compatibility Engine   |   • Anonymous Admin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66C2"/>
                </a:solidFill>
              </a:defRPr>
            </a:pPr>
            <a:r>
              <a:t>PROJECTBUDDY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</a:defRPr>
            </a:pPr>
            <a:r>
              <a:t>The Problem: Why Student Ideas Die in Isolation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E65100"/>
                </a:solidFill>
              </a:defRPr>
            </a:pPr>
            <a:r>
              <a:t>🔒 Fear of Idea Theft</a:t>
            </a:r>
          </a:p>
          <a:p>
            <a:pPr>
              <a:spcAft>
                <a:spcPts val="1000"/>
              </a:spcAft>
              <a:defRPr sz="1300">
                <a:solidFill>
                  <a:srgbClr val="191919"/>
                </a:solidFill>
              </a:defRPr>
            </a:pPr>
            <a:r>
              <a:t>• Students hesitate to post innovative project concepts on public forums.</a:t>
            </a:r>
          </a:p>
          <a:p>
            <a:pPr>
              <a:spcAft>
                <a:spcPts val="1000"/>
              </a:spcAft>
              <a:defRPr sz="1300">
                <a:solidFill>
                  <a:srgbClr val="191919"/>
                </a:solidFill>
              </a:defRPr>
            </a:pPr>
            <a:r>
              <a:t>• Sharing full blueprints or architecture leads to premature copying by peers.</a:t>
            </a:r>
          </a:p>
          <a:p>
            <a:pPr>
              <a:spcAft>
                <a:spcPts val="1000"/>
              </a:spcAft>
              <a:defRPr sz="1300">
                <a:solidFill>
                  <a:srgbClr val="191919"/>
                </a:solidFill>
              </a:defRPr>
            </a:pPr>
            <a:r>
              <a:t>• Result: Students work alone, miss hackathon deadlines, or abandon ambitious ideas.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08576" y="182880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A66C2"/>
                </a:solidFill>
              </a:defRPr>
            </a:pPr>
            <a:r>
              <a:t>🧩 Disconnected Skills</a:t>
            </a:r>
          </a:p>
          <a:p>
            <a:pPr>
              <a:spcAft>
                <a:spcPts val="1000"/>
              </a:spcAft>
              <a:defRPr sz="1300">
                <a:solidFill>
                  <a:srgbClr val="191919"/>
                </a:solidFill>
              </a:defRPr>
            </a:pPr>
            <a:r>
              <a:t>• Interdisciplinary projects need varied skill sets: AI + IoT + Design + Backend.</a:t>
            </a:r>
          </a:p>
          <a:p>
            <a:pPr>
              <a:spcAft>
                <a:spcPts val="1000"/>
              </a:spcAft>
              <a:defRPr sz="1300">
                <a:solidFill>
                  <a:srgbClr val="191919"/>
                </a:solidFill>
              </a:defRPr>
            </a:pPr>
            <a:r>
              <a:t>• Students only know immediate classmates within their own branch/section.</a:t>
            </a:r>
          </a:p>
          <a:p>
            <a:pPr>
              <a:spcAft>
                <a:spcPts val="1000"/>
              </a:spcAft>
              <a:defRPr sz="1300">
                <a:solidFill>
                  <a:srgbClr val="191919"/>
                </a:solidFill>
              </a:defRPr>
            </a:pPr>
            <a:r>
              <a:t>• No structured mechanism to evaluate technical compatibility before committing.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2744"/>
                </a:solidFill>
              </a:defRPr>
            </a:pPr>
            <a:r>
              <a:t>⚖️ Surveillance &amp; Bias</a:t>
            </a:r>
          </a:p>
          <a:p>
            <a:pPr>
              <a:spcAft>
                <a:spcPts val="1000"/>
              </a:spcAft>
              <a:defRPr sz="1300">
                <a:solidFill>
                  <a:srgbClr val="191919"/>
                </a:solidFill>
              </a:defRPr>
            </a:pPr>
            <a:r>
              <a:t>• Traditional campus platforms allow staff surveillance of student concepts.</a:t>
            </a:r>
          </a:p>
          <a:p>
            <a:pPr>
              <a:spcAft>
                <a:spcPts val="1000"/>
              </a:spcAft>
              <a:defRPr sz="1300">
                <a:solidFill>
                  <a:srgbClr val="191919"/>
                </a:solidFill>
              </a:defRPr>
            </a:pPr>
            <a:r>
              <a:t>• Fear of institutional bias or grading prejudice inhibits creative risks.</a:t>
            </a:r>
          </a:p>
          <a:p>
            <a:pPr>
              <a:spcAft>
                <a:spcPts val="1000"/>
              </a:spcAft>
              <a:defRPr sz="1300">
                <a:solidFill>
                  <a:srgbClr val="191919"/>
                </a:solidFill>
              </a:defRPr>
            </a:pPr>
            <a:r>
              <a:t>• Platforms lack privacy-preserving administrative oversight and spam controls.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66C2"/>
                </a:solidFill>
              </a:defRPr>
            </a:pPr>
            <a:r>
              <a:t>PROJECTBUDDY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</a:defRPr>
            </a:pPr>
            <a:r>
              <a:t>The Solution: Secure, Verified Student Collaboration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A66C2"/>
                </a:solidFill>
              </a:defRPr>
            </a:pPr>
            <a:r>
              <a:t>🎯 What Makes ProjectBuddy Unique</a:t>
            </a:r>
          </a:p>
          <a:p>
            <a:pPr>
              <a:defRPr sz="1300" b="1">
                <a:solidFill>
                  <a:srgbClr val="0F2744"/>
                </a:solidFill>
              </a:defRPr>
            </a:pPr>
            <a:r>
              <a:t>✔ Anti-Theft Idea Vault: </a:t>
            </a:r>
          </a:p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    Only project title, domain, and required skills are public. Detailed blueprints remain 100% encrypted.</a:t>
            </a:r>
          </a:p>
          <a:p>
            <a:pPr>
              <a:defRPr sz="1300" b="1">
                <a:solidFill>
                  <a:srgbClr val="0F2744"/>
                </a:solidFill>
              </a:defRPr>
            </a:pPr>
            <a:r>
              <a:t>✔ Mutual Lock &amp; Key: </a:t>
            </a:r>
          </a:p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    Full architecture is revealed ONLY when creator reviews and formally accepts a partnership proposal.</a:t>
            </a:r>
          </a:p>
          <a:p>
            <a:pPr>
              <a:defRPr sz="1300" b="1">
                <a:solidFill>
                  <a:srgbClr val="0F2744"/>
                </a:solidFill>
              </a:defRPr>
            </a:pPr>
            <a:r>
              <a:t>✔ Skill Compatibility Engine: </a:t>
            </a:r>
          </a:p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    Automated compatibility percentage scoring (e.g. 92% Match) based on tech stack synergy.</a:t>
            </a:r>
          </a:p>
          <a:p>
            <a:pPr>
              <a:defRPr sz="1300" b="1">
                <a:solidFill>
                  <a:srgbClr val="0F2744"/>
                </a:solidFill>
              </a:defRPr>
            </a:pPr>
            <a:r>
              <a:t>✔ Anonymous Admin Audit: </a:t>
            </a:r>
          </a:p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    Institutional administrators monitor platform safety with zero access to student personal PII or private blueprints.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57642"/>
                </a:solidFill>
              </a:defRPr>
            </a:pPr>
            <a:r>
              <a:t>📈 Expected Academic Impact</a:t>
            </a:r>
          </a:p>
          <a:p>
            <a:pPr>
              <a:defRPr sz="1300" b="1">
                <a:solidFill>
                  <a:srgbClr val="0F2744"/>
                </a:solidFill>
              </a:defRPr>
            </a:pPr>
            <a:r>
              <a:t>★ 10x Higher Idea Sharing Rate</a:t>
            </a:r>
          </a:p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    Students feel 100% protected posting ambitious final-year projects and hackathon concepts.</a:t>
            </a:r>
          </a:p>
          <a:p>
            <a:pPr>
              <a:defRPr sz="1300" b="1">
                <a:solidFill>
                  <a:srgbClr val="0F2744"/>
                </a:solidFill>
              </a:defRPr>
            </a:pPr>
            <a:r>
              <a:t>★ Cross-Disciplinary Teams</a:t>
            </a:r>
          </a:p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    Seamless pairing between CS, Electronics, Data Science, and Design students.</a:t>
            </a:r>
          </a:p>
          <a:p>
            <a:pPr>
              <a:defRPr sz="1300" b="1">
                <a:solidFill>
                  <a:srgbClr val="0F2744"/>
                </a:solidFill>
              </a:defRPr>
            </a:pPr>
            <a:r>
              <a:t>★ Zero Intellectual Property Theft</a:t>
            </a:r>
          </a:p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    Cryptographically guarded descriptions ensure ownership credit remains with creator.</a:t>
            </a:r>
          </a:p>
          <a:p>
            <a:pPr>
              <a:defRPr sz="1300" b="1">
                <a:solidFill>
                  <a:srgbClr val="0F2744"/>
                </a:solidFill>
              </a:defRPr>
            </a:pPr>
            <a:r>
              <a:t>★ Faster Team Formation</a:t>
            </a:r>
          </a:p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</a:defRPr>
            </a:pPr>
            <a:r>
              <a:t>    Instant matchmaking reduces partner-search friction from weeks to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66C2"/>
                </a:solidFill>
              </a:defRPr>
            </a:pPr>
            <a:r>
              <a:t>PROJECTBUDDY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</a:defRPr>
            </a:pPr>
            <a:r>
              <a:t>Feature Deep Dive: Anti-Theft Idea Vault Mechanism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2744"/>
                </a:solidFill>
              </a:defRPr>
            </a:pPr>
            <a:r>
              <a:t>👁️ 1. Public Discovery State (Browsing)</a:t>
            </a:r>
          </a:p>
          <a:p>
            <a:pPr>
              <a:spcAft>
                <a:spcPts val="600"/>
              </a:spcAft>
              <a:defRPr sz="1250" b="0">
                <a:solidFill>
                  <a:srgbClr val="191919"/>
                </a:solidFill>
              </a:defRPr>
            </a:pPr>
            <a:r>
              <a:t>• Visible: Project Title (e.g. 'Autonomous Delivery Rover')</a:t>
            </a:r>
          </a:p>
          <a:p>
            <a:pPr>
              <a:spcAft>
                <a:spcPts val="600"/>
              </a:spcAft>
              <a:defRPr sz="1250" b="0">
                <a:solidFill>
                  <a:srgbClr val="191919"/>
                </a:solidFill>
              </a:defRPr>
            </a:pPr>
            <a:r>
              <a:t>• Visible: Department &amp; Academic Domain</a:t>
            </a:r>
          </a:p>
          <a:p>
            <a:pPr>
              <a:spcAft>
                <a:spcPts val="600"/>
              </a:spcAft>
              <a:defRPr sz="1250" b="0">
                <a:solidFill>
                  <a:srgbClr val="191919"/>
                </a:solidFill>
              </a:defRPr>
            </a:pPr>
            <a:r>
              <a:t>• Visible: Difficulty Level (Beginner / Intermediate / Advanced)</a:t>
            </a:r>
          </a:p>
          <a:p>
            <a:pPr>
              <a:spcAft>
                <a:spcPts val="600"/>
              </a:spcAft>
              <a:defRPr sz="1250" b="0">
                <a:solidFill>
                  <a:srgbClr val="191919"/>
                </a:solidFill>
              </a:defRPr>
            </a:pPr>
            <a:r>
              <a:t>• Visible: Required Tech Stack (Python, ROS, OpenCV)</a:t>
            </a:r>
          </a:p>
          <a:p>
            <a:pPr>
              <a:spcAft>
                <a:spcPts val="600"/>
              </a:spcAft>
              <a:defRPr sz="1250" b="0">
                <a:solidFill>
                  <a:srgbClr val="191919"/>
                </a:solidFill>
              </a:defRPr>
            </a:pPr>
            <a:r>
              <a:t>• Visible: Skill Compatibility Match Percentage</a:t>
            </a:r>
          </a:p>
          <a:p>
            <a:pPr>
              <a:spcAft>
                <a:spcPts val="600"/>
              </a:spcAft>
              <a:defRPr sz="1250" b="1">
                <a:solidFill>
                  <a:srgbClr val="E65100"/>
                </a:solidFill>
              </a:defRPr>
            </a:pPr>
            <a:r>
              <a:t>• ENCRYPTED: Full Idea Blueprint &amp; Implementation Strategy</a:t>
            </a:r>
          </a:p>
          <a:p>
            <a:pPr>
              <a:spcAft>
                <a:spcPts val="600"/>
              </a:spcAft>
              <a:defRPr sz="1250" b="1">
                <a:solidFill>
                  <a:srgbClr val="E65100"/>
                </a:solidFill>
              </a:defRPr>
            </a:pPr>
            <a:r>
              <a:t>• ENCRYPTED: System Architecture &amp; Proprietary Formulas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8E9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57642"/>
                </a:solidFill>
              </a:defRPr>
            </a:pPr>
            <a:r>
              <a:t>🔓 2. Unlocked Partnership State (Approved)</a:t>
            </a:r>
          </a:p>
          <a:p>
            <a:pPr>
              <a:spcAft>
                <a:spcPts val="800"/>
              </a:spcAft>
              <a:defRPr sz="1250">
                <a:solidFill>
                  <a:srgbClr val="191919"/>
                </a:solidFill>
              </a:defRPr>
            </a:pPr>
            <a:r>
              <a:t>✔ Triggered ONLY after Creator accepts Partnership Proposal.</a:t>
            </a:r>
          </a:p>
          <a:p>
            <a:pPr>
              <a:spcAft>
                <a:spcPts val="800"/>
              </a:spcAft>
              <a:defRPr sz="1250">
                <a:solidFill>
                  <a:srgbClr val="191919"/>
                </a:solidFill>
              </a:defRPr>
            </a:pPr>
            <a:r>
              <a:t>✔ Full Project Idea &amp; Methodology revealed to verified teammate.</a:t>
            </a:r>
          </a:p>
          <a:p>
            <a:pPr>
              <a:spcAft>
                <a:spcPts val="800"/>
              </a:spcAft>
              <a:defRPr sz="1250">
                <a:solidFill>
                  <a:srgbClr val="191919"/>
                </a:solidFill>
              </a:defRPr>
            </a:pPr>
            <a:r>
              <a:t>✔ Mutual Non-Disclosure &amp; Collaboration Commitment activated.</a:t>
            </a:r>
          </a:p>
          <a:p>
            <a:pPr>
              <a:spcAft>
                <a:spcPts val="800"/>
              </a:spcAft>
              <a:defRPr sz="1250">
                <a:solidFill>
                  <a:srgbClr val="191919"/>
                </a:solidFill>
              </a:defRPr>
            </a:pPr>
            <a:r>
              <a:t>✔ Direct access to Partner Collaboration Room &amp; Milestone Tracker.</a:t>
            </a:r>
          </a:p>
          <a:p>
            <a:pPr>
              <a:spcAft>
                <a:spcPts val="800"/>
              </a:spcAft>
              <a:defRPr sz="1250">
                <a:solidFill>
                  <a:srgbClr val="191919"/>
                </a:solidFill>
              </a:defRPr>
            </a:pPr>
            <a:r>
              <a:t>✔ Real-Time Partner Messaging Stream opened.</a:t>
            </a:r>
          </a:p>
          <a:p>
            <a:pPr>
              <a:spcAft>
                <a:spcPts val="800"/>
              </a:spcAft>
              <a:defRPr sz="1250">
                <a:solidFill>
                  <a:srgbClr val="191919"/>
                </a:solidFill>
              </a:defRPr>
            </a:pPr>
            <a:r>
              <a:t>✔ Both partners gain joint credit on the academic portfolio.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66C2"/>
                </a:solidFill>
              </a:defRPr>
            </a:pPr>
            <a:r>
              <a:t>PROJECTBUDDY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</a:defRPr>
            </a:pPr>
            <a:r>
              <a:t>Feature Deep Dive: Anonymous Administrative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D1C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12DA8"/>
                </a:solidFill>
              </a:defRPr>
            </a:pPr>
            <a:r>
              <a:t>🛡️ Zero-Knowledge Administrative Monitoring Protocol</a:t>
            </a:r>
          </a:p>
          <a:p>
            <a:pPr>
              <a:defRPr sz="1200">
                <a:solidFill>
                  <a:srgbClr val="191919"/>
                </a:solidFill>
              </a:defRPr>
            </a:pPr>
            <a:r>
              <a:t>To eliminate surveillance bias, the admin interface displays ONLY pseudonymized telemetry tokens (e.g. STU_#849201). Legal full names, private emails, and unreleased draft ideas are strictly scrubbed.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328416" cy="320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29626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66C2"/>
                </a:solidFill>
              </a:defRPr>
            </a:pPr>
            <a:r>
              <a:t>1. Anonymous Telemetry</a:t>
            </a:r>
          </a:p>
          <a:p>
            <a:pPr>
              <a:spcAft>
                <a:spcPts val="600"/>
              </a:spcAft>
              <a:defRPr sz="1200"/>
            </a:pPr>
            <a:r>
              <a:t>• Monitors student activity by Department and Year.</a:t>
            </a:r>
          </a:p>
          <a:p>
            <a:pPr>
              <a:spcAft>
                <a:spcPts val="600"/>
              </a:spcAft>
              <a:defRPr sz="1200"/>
            </a:pPr>
            <a:r>
              <a:t>• Tracks total hosted projects &amp; formed partnerships.</a:t>
            </a:r>
          </a:p>
          <a:p>
            <a:pPr>
              <a:spcAft>
                <a:spcPts val="600"/>
              </a:spcAft>
              <a:defRPr sz="1200"/>
            </a:pPr>
            <a:r>
              <a:t>• Allows freezing bad actors without discovering personal identities.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926080"/>
            <a:ext cx="3328416" cy="320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8576" y="3108960"/>
            <a:ext cx="29626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66C2"/>
                </a:solidFill>
              </a:defRPr>
            </a:pPr>
            <a:r>
              <a:t>2. Sitewide Broadcasts</a:t>
            </a:r>
          </a:p>
          <a:p>
            <a:pPr>
              <a:spcAft>
                <a:spcPts val="600"/>
              </a:spcAft>
              <a:defRPr sz="1200"/>
            </a:pPr>
            <a:r>
              <a:t>• Admins can push real-time banner announcements to all student feeds.</a:t>
            </a:r>
          </a:p>
          <a:p>
            <a:pPr>
              <a:spcAft>
                <a:spcPts val="600"/>
              </a:spcAft>
              <a:defRPr sz="1200"/>
            </a:pPr>
            <a:r>
              <a:t>• Ideal for campus hackathons, deadlines, and policy alerts.</a:t>
            </a:r>
          </a:p>
          <a:p>
            <a:pPr>
              <a:spcAft>
                <a:spcPts val="600"/>
              </a:spcAft>
              <a:defRPr sz="1200"/>
            </a:pPr>
            <a:r>
              <a:t>• Instantly syncs across active student browser sessions.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926080"/>
            <a:ext cx="3328416" cy="320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3108960"/>
            <a:ext cx="29626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A66C2"/>
                </a:solidFill>
              </a:defRPr>
            </a:pPr>
            <a:r>
              <a:t>3. Moderation Desk</a:t>
            </a:r>
          </a:p>
          <a:p>
            <a:pPr>
              <a:spcAft>
                <a:spcPts val="600"/>
              </a:spcAft>
              <a:defRPr sz="1200"/>
            </a:pPr>
            <a:r>
              <a:t>• Audits published project titles for community guideline compliance.</a:t>
            </a:r>
          </a:p>
          <a:p>
            <a:pPr>
              <a:spcAft>
                <a:spcPts val="600"/>
              </a:spcAft>
              <a:defRPr sz="1200"/>
            </a:pPr>
            <a:r>
              <a:t>• 1-click removal of commercial spam or inappropriate language.</a:t>
            </a:r>
          </a:p>
          <a:p>
            <a:pPr>
              <a:spcAft>
                <a:spcPts val="600"/>
              </a:spcAft>
              <a:defRPr sz="1200"/>
            </a:pPr>
            <a:r>
              <a:t>• Private idea content remains shielded even during title moderation.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66C2"/>
                </a:solidFill>
              </a:defRPr>
            </a:pPr>
            <a:r>
              <a:t>PROJECTBUDDY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</a:defRPr>
            </a:pPr>
            <a:r>
              <a:t>Feature Deep Dive: Partner Collaboration 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2744"/>
                </a:solidFill>
              </a:defRPr>
            </a:pPr>
            <a:r>
              <a:t>📋 Unlocked Blueprint &amp; Milestones</a:t>
            </a:r>
          </a:p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</a:defRPr>
            </a:pPr>
            <a:r>
              <a:t>• Verified Mutual Partnership Seal ensures collaborative commitment.</a:t>
            </a:r>
          </a:p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</a:defRPr>
            </a:pPr>
            <a:r>
              <a:t>• Full project specification rendered with copy &amp; export capabilities.</a:t>
            </a:r>
          </a:p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</a:defRPr>
            </a:pPr>
            <a:r>
              <a:t>• Interactive 4-Stage Milestone Roadmap:</a:t>
            </a:r>
          </a:p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</a:defRPr>
            </a:pPr>
            <a:r>
              <a:t>•     Stage 1: Problem Definition &amp; Research Baseline</a:t>
            </a:r>
          </a:p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</a:defRPr>
            </a:pPr>
            <a:r>
              <a:t>•     Stage 2: System Architecture &amp; Component Design</a:t>
            </a:r>
          </a:p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</a:defRPr>
            </a:pPr>
            <a:r>
              <a:t>•     Stage 3: Functional Prototype Implementation</a:t>
            </a:r>
          </a:p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</a:defRPr>
            </a:pPr>
            <a:r>
              <a:t>•     Stage 4: Testing, Documentation &amp; Showcase Demo</a:t>
            </a:r>
          </a:p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</a:defRPr>
            </a:pPr>
            <a:r>
              <a:t>• Progress tracking badge updates automatically (0/4 -&gt; 4/4 Complete).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66C2"/>
                </a:solidFill>
              </a:defRPr>
            </a:pPr>
            <a:r>
              <a:t>💬 Live Direct Messaging Stream</a:t>
            </a:r>
          </a:p>
          <a:p>
            <a:pPr>
              <a:spcAft>
                <a:spcPts val="800"/>
              </a:spcAft>
              <a:defRPr sz="1250">
                <a:solidFill>
                  <a:srgbClr val="191919"/>
                </a:solidFill>
              </a:defRPr>
            </a:pPr>
            <a:r>
              <a:t>✔ In-Platform Partner Discussion Stream built directly into the workspace.</a:t>
            </a:r>
          </a:p>
          <a:p>
            <a:pPr>
              <a:spcAft>
                <a:spcPts val="800"/>
              </a:spcAft>
              <a:defRPr sz="1250">
                <a:solidFill>
                  <a:srgbClr val="191919"/>
                </a:solidFill>
              </a:defRPr>
            </a:pPr>
            <a:r>
              <a:t>✔ Real-time message synchronization with timestamping.</a:t>
            </a:r>
          </a:p>
          <a:p>
            <a:pPr>
              <a:spcAft>
                <a:spcPts val="800"/>
              </a:spcAft>
              <a:defRPr sz="1250">
                <a:solidFill>
                  <a:srgbClr val="191919"/>
                </a:solidFill>
              </a:defRPr>
            </a:pPr>
            <a:r>
              <a:t>✔ Eliminates the friction of sharing private personal phone numbers upfront.</a:t>
            </a:r>
          </a:p>
          <a:p>
            <a:pPr>
              <a:spcAft>
                <a:spcPts val="800"/>
              </a:spcAft>
              <a:defRPr sz="1250">
                <a:solidFill>
                  <a:srgbClr val="191919"/>
                </a:solidFill>
              </a:defRPr>
            </a:pPr>
            <a:r>
              <a:t>✔ Maintains complete context of project specs alongside team discussions.</a:t>
            </a:r>
          </a:p>
          <a:p>
            <a:pPr>
              <a:spcAft>
                <a:spcPts val="800"/>
              </a:spcAft>
              <a:defRPr sz="1250">
                <a:solidFill>
                  <a:srgbClr val="191919"/>
                </a:solidFill>
              </a:defRPr>
            </a:pPr>
            <a:r>
              <a:t>✔ Dedicated to matched collaborators only — closed to unauthorized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66C2"/>
                </a:solidFill>
              </a:defRPr>
            </a:pPr>
            <a:r>
              <a:t>PROJECTBUDDY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</a:defRPr>
            </a:pPr>
            <a:r>
              <a:t>Technical Architecture &amp; System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A66C2"/>
                </a:solidFill>
              </a:defRPr>
            </a:pPr>
            <a:r>
              <a:t>🌐 Frontend</a:t>
            </a:r>
          </a:p>
          <a:p>
            <a:pPr>
              <a:spcAft>
                <a:spcPts val="600"/>
              </a:spcAft>
              <a:defRPr sz="1200"/>
            </a:pPr>
            <a:r>
              <a:t>• Single Page App (SPA)</a:t>
            </a:r>
          </a:p>
          <a:p>
            <a:pPr>
              <a:spcAft>
                <a:spcPts val="600"/>
              </a:spcAft>
              <a:defRPr sz="1200"/>
            </a:pPr>
            <a:r>
              <a:t>• Semantic HTML5 &amp; Modern CSS3</a:t>
            </a:r>
          </a:p>
          <a:p>
            <a:pPr>
              <a:spcAft>
                <a:spcPts val="600"/>
              </a:spcAft>
              <a:defRPr sz="1200"/>
            </a:pPr>
            <a:r>
              <a:t>• Reactive Vanilla JS Controller</a:t>
            </a:r>
          </a:p>
          <a:p>
            <a:pPr>
              <a:spcAft>
                <a:spcPts val="600"/>
              </a:spcAft>
              <a:defRPr sz="1200"/>
            </a:pPr>
            <a:r>
              <a:t>• Responsive Grid Layout</a:t>
            </a:r>
          </a:p>
          <a:p>
            <a:pPr>
              <a:spcAft>
                <a:spcPts val="600"/>
              </a:spcAft>
              <a:defRPr sz="1200"/>
            </a:pPr>
            <a:r>
              <a:t>• FontAwesome &amp; Inter Typography</a:t>
            </a:r>
          </a:p>
          <a:p>
            <a:pPr>
              <a:spcAft>
                <a:spcPts val="600"/>
              </a:spcAft>
              <a:defRPr sz="1200"/>
            </a:pPr>
            <a:r>
              <a:t>• Debounced Search Filtering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4688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93592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A66C2"/>
                </a:solidFill>
              </a:defRPr>
            </a:pPr>
            <a:r>
              <a:t>⚡ Backend API</a:t>
            </a:r>
          </a:p>
          <a:p>
            <a:pPr>
              <a:spcAft>
                <a:spcPts val="600"/>
              </a:spcAft>
              <a:defRPr sz="1200"/>
            </a:pPr>
            <a:r>
              <a:t>• Node.js Runtime Environment</a:t>
            </a:r>
          </a:p>
          <a:p>
            <a:pPr>
              <a:spcAft>
                <a:spcPts val="600"/>
              </a:spcAft>
              <a:defRPr sz="1200"/>
            </a:pPr>
            <a:r>
              <a:t>• Express.js Framework</a:t>
            </a:r>
          </a:p>
          <a:p>
            <a:pPr>
              <a:spcAft>
                <a:spcPts val="600"/>
              </a:spcAft>
              <a:defRPr sz="1200"/>
            </a:pPr>
            <a:r>
              <a:t>• JWT Bearer Authentication</a:t>
            </a:r>
          </a:p>
          <a:p>
            <a:pPr>
              <a:spcAft>
                <a:spcPts val="600"/>
              </a:spcAft>
              <a:defRPr sz="1200"/>
            </a:pPr>
            <a:r>
              <a:t>• Bcrypt Password Hashing</a:t>
            </a:r>
          </a:p>
          <a:p>
            <a:pPr>
              <a:spcAft>
                <a:spcPts val="600"/>
              </a:spcAft>
              <a:defRPr sz="1200"/>
            </a:pPr>
            <a:r>
              <a:t>• CORS &amp; Input Validation</a:t>
            </a:r>
          </a:p>
          <a:p>
            <a:pPr>
              <a:spcAft>
                <a:spcPts val="600"/>
              </a:spcAft>
              <a:defRPr sz="1200"/>
            </a:pPr>
            <a:r>
              <a:t>• RESTful Endpoints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4688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18504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A66C2"/>
                </a:solidFill>
              </a:defRPr>
            </a:pPr>
            <a:r>
              <a:t>🗄️ Database Layer</a:t>
            </a:r>
          </a:p>
          <a:p>
            <a:pPr>
              <a:spcAft>
                <a:spcPts val="600"/>
              </a:spcAft>
              <a:defRPr sz="1200"/>
            </a:pPr>
            <a:r>
              <a:t>• MongoDB NoSQL Database</a:t>
            </a:r>
          </a:p>
          <a:p>
            <a:pPr>
              <a:spcAft>
                <a:spcPts val="600"/>
              </a:spcAft>
              <a:defRPr sz="1200"/>
            </a:pPr>
            <a:r>
              <a:t>• Mongoose ODM Models</a:t>
            </a:r>
          </a:p>
          <a:p>
            <a:pPr>
              <a:spcAft>
                <a:spcPts val="600"/>
              </a:spcAft>
              <a:defRPr sz="1200"/>
            </a:pPr>
            <a:r>
              <a:t>• User &amp; Role Schema</a:t>
            </a:r>
          </a:p>
          <a:p>
            <a:pPr>
              <a:spcAft>
                <a:spcPts val="600"/>
              </a:spcAft>
              <a:defRPr sz="1200"/>
            </a:pPr>
            <a:r>
              <a:t>• Project Blueprint Schema</a:t>
            </a:r>
          </a:p>
          <a:p>
            <a:pPr>
              <a:spcAft>
                <a:spcPts val="600"/>
              </a:spcAft>
              <a:defRPr sz="1200"/>
            </a:pPr>
            <a:r>
              <a:t>• Partnership Request Schema</a:t>
            </a:r>
          </a:p>
          <a:p>
            <a:pPr>
              <a:spcAft>
                <a:spcPts val="600"/>
              </a:spcAft>
              <a:defRPr sz="1200"/>
            </a:pPr>
            <a:r>
              <a:t>• Collaboration Chat 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4688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43416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57642"/>
                </a:solidFill>
              </a:defRPr>
            </a:pPr>
            <a:r>
              <a:t>🛡️ Dual-Mode Engine</a:t>
            </a:r>
          </a:p>
          <a:p>
            <a:pPr>
              <a:spcAft>
                <a:spcPts val="600"/>
              </a:spcAft>
              <a:defRPr sz="1200"/>
            </a:pPr>
            <a:r>
              <a:t>• Zero-Knowledge Idea Masking</a:t>
            </a:r>
          </a:p>
          <a:p>
            <a:pPr>
              <a:spcAft>
                <a:spcPts val="600"/>
              </a:spcAft>
              <a:defRPr sz="1200"/>
            </a:pPr>
            <a:r>
              <a:t>• Role-Based Access Control</a:t>
            </a:r>
          </a:p>
          <a:p>
            <a:pPr>
              <a:spcAft>
                <a:spcPts val="600"/>
              </a:spcAft>
              <a:defRPr sz="1200"/>
            </a:pPr>
            <a:r>
              <a:t>• Standalone Browser Execution (Indexed/Local fallback)</a:t>
            </a:r>
          </a:p>
          <a:p>
            <a:pPr>
              <a:spcAft>
                <a:spcPts val="600"/>
              </a:spcAft>
              <a:defRPr sz="1200"/>
            </a:pPr>
            <a:r>
              <a:t>• Connected Full-Stack Mode</a:t>
            </a:r>
          </a:p>
          <a:p>
            <a:pPr>
              <a:spcAft>
                <a:spcPts val="600"/>
              </a:spcAft>
              <a:defRPr sz="1200"/>
            </a:pPr>
            <a:r>
              <a:t>• Automated Seed Script</a:t>
            </a:r>
          </a:p>
          <a:p>
            <a:pPr>
              <a:spcAft>
                <a:spcPts val="600"/>
              </a:spcAft>
              <a:defRPr sz="1200"/>
            </a:pPr>
            <a:r>
              <a:t>• Anti-Tamper Sanitization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66C2"/>
                </a:solidFill>
              </a:defRPr>
            </a:pPr>
            <a:r>
              <a:t>PROJECTBUDDY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</a:defRPr>
            </a:pPr>
            <a:r>
              <a:t>End-to-End User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2744"/>
                </a:solidFill>
              </a:defRPr>
            </a:pPr>
            <a:r>
              <a:t>STEP 1</a:t>
            </a:r>
          </a:p>
          <a:p>
            <a:pPr>
              <a:spcAft>
                <a:spcPts val="1400"/>
              </a:spcAft>
              <a:defRPr sz="1800" b="1">
                <a:solidFill>
                  <a:srgbClr val="0F2744"/>
                </a:solidFill>
              </a:defRPr>
            </a:pPr>
            <a:r>
              <a:t>Register Profile</a:t>
            </a:r>
          </a:p>
          <a:p>
            <a:pPr>
              <a:lnSpc>
                <a:spcPct val="130000"/>
              </a:lnSpc>
              <a:defRPr sz="1300">
                <a:solidFill>
                  <a:srgbClr val="666666"/>
                </a:solidFill>
              </a:defRPr>
            </a:pPr>
            <a:r>
              <a:t>Student registers with university email, academic department, year, and specific skill tags.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4688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93592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A66C2"/>
                </a:solidFill>
              </a:defRPr>
            </a:pPr>
            <a:r>
              <a:t>STEP 2</a:t>
            </a:r>
          </a:p>
          <a:p>
            <a:pPr>
              <a:spcAft>
                <a:spcPts val="1400"/>
              </a:spcAft>
              <a:defRPr sz="1800" b="1">
                <a:solidFill>
                  <a:srgbClr val="0F2744"/>
                </a:solidFill>
              </a:defRPr>
            </a:pPr>
            <a:r>
              <a:t>Post Project</a:t>
            </a:r>
          </a:p>
          <a:p>
            <a:pPr>
              <a:lnSpc>
                <a:spcPct val="130000"/>
              </a:lnSpc>
              <a:defRPr sz="1300">
                <a:solidFill>
                  <a:srgbClr val="666666"/>
                </a:solidFill>
              </a:defRPr>
            </a:pPr>
            <a:r>
              <a:t>Student enters project title and private idea blueprint. Platform locks blueprint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4688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18504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65100"/>
                </a:solidFill>
              </a:defRPr>
            </a:pPr>
            <a:r>
              <a:t>STEP 3</a:t>
            </a:r>
          </a:p>
          <a:p>
            <a:pPr>
              <a:spcAft>
                <a:spcPts val="1400"/>
              </a:spcAft>
              <a:defRPr sz="1800" b="1">
                <a:solidFill>
                  <a:srgbClr val="0F2744"/>
                </a:solidFill>
              </a:defRPr>
            </a:pPr>
            <a:r>
              <a:t>Discovery &amp; Proposal</a:t>
            </a:r>
          </a:p>
          <a:p>
            <a:pPr>
              <a:lnSpc>
                <a:spcPct val="130000"/>
              </a:lnSpc>
              <a:defRPr sz="1300">
                <a:solidFill>
                  <a:srgbClr val="666666"/>
                </a:solidFill>
              </a:defRPr>
            </a:pPr>
            <a:r>
              <a:t>Peers view project title and compatibility match score (e.g. 92%). Peer sends partnership proposal.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4688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43416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57642"/>
                </a:solidFill>
              </a:defRPr>
            </a:pPr>
            <a:r>
              <a:t>STEP 4</a:t>
            </a:r>
          </a:p>
          <a:p>
            <a:pPr>
              <a:spcAft>
                <a:spcPts val="1400"/>
              </a:spcAft>
              <a:defRPr sz="1800" b="1">
                <a:solidFill>
                  <a:srgbClr val="0F2744"/>
                </a:solidFill>
              </a:defRPr>
            </a:pPr>
            <a:r>
              <a:t>Unlock &amp; Build</a:t>
            </a:r>
          </a:p>
          <a:p>
            <a:pPr>
              <a:lnSpc>
                <a:spcPct val="130000"/>
              </a:lnSpc>
              <a:defRPr sz="1300">
                <a:solidFill>
                  <a:srgbClr val="666666"/>
                </a:solidFill>
              </a:defRPr>
            </a:pPr>
            <a:r>
              <a:t>Creator accepts proposal. Blueprint unlocks, and partners collaborate in the live chat workspace.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66C2"/>
                </a:solidFill>
              </a:defRPr>
            </a:pPr>
            <a:r>
              <a:t>PROJECTBUDDY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</a:defRPr>
            </a:pPr>
            <a:r>
              <a:t>Security, Privacy &amp; Intellectual Property Safeguards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66C2"/>
                </a:solidFill>
              </a:defRPr>
            </a:pPr>
            <a:r>
              <a:t>🔒 Student Intellectual Property Protection</a:t>
            </a:r>
          </a:p>
          <a:p>
            <a:pPr>
              <a:defRPr sz="1250" b="1">
                <a:solidFill>
                  <a:srgbClr val="0F2744"/>
                </a:solidFill>
              </a:defRPr>
            </a:pPr>
            <a:r>
              <a:t>✔ No Public Scraping: </a:t>
            </a:r>
          </a:p>
          <a:p>
            <a:pPr>
              <a:spcAft>
                <a:spcPts val="600"/>
              </a:spcAft>
              <a:defRPr sz="1150">
                <a:solidFill>
                  <a:srgbClr val="666666"/>
                </a:solidFill>
              </a:defRPr>
            </a:pPr>
            <a:r>
              <a:t>    API endpoints sanitize and remove description fields unless the request caller is the verified creator or accepted partner.</a:t>
            </a:r>
          </a:p>
          <a:p>
            <a:pPr>
              <a:defRPr sz="1250" b="1">
                <a:solidFill>
                  <a:srgbClr val="0F2744"/>
                </a:solidFill>
              </a:defRPr>
            </a:pPr>
            <a:r>
              <a:t>✔ Proof of Idea Timestamp: </a:t>
            </a:r>
          </a:p>
          <a:p>
            <a:pPr>
              <a:spcAft>
                <a:spcPts val="600"/>
              </a:spcAft>
              <a:defRPr sz="1150">
                <a:solidFill>
                  <a:srgbClr val="666666"/>
                </a:solidFill>
              </a:defRPr>
            </a:pPr>
            <a:r>
              <a:t>    Cryptographic database timestamps prove priority of concept creation date.</a:t>
            </a:r>
          </a:p>
          <a:p>
            <a:pPr>
              <a:defRPr sz="1250" b="1">
                <a:solidFill>
                  <a:srgbClr val="0F2744"/>
                </a:solidFill>
              </a:defRPr>
            </a:pPr>
            <a:r>
              <a:t>✔ Mutual Accountability: </a:t>
            </a:r>
          </a:p>
          <a:p>
            <a:pPr>
              <a:spcAft>
                <a:spcPts val="600"/>
              </a:spcAft>
              <a:defRPr sz="1150">
                <a:solidFill>
                  <a:srgbClr val="666666"/>
                </a:solidFill>
              </a:defRPr>
            </a:pPr>
            <a:r>
              <a:t>    Partners digitally accept mutual confidentiality before project specs are rendered.</a:t>
            </a:r>
          </a:p>
          <a:p>
            <a:pPr>
              <a:defRPr sz="1250" b="1">
                <a:solidFill>
                  <a:srgbClr val="0F2744"/>
                </a:solidFill>
              </a:defRPr>
            </a:pPr>
            <a:r>
              <a:t>✔ Takedown &amp; Reporting: </a:t>
            </a:r>
          </a:p>
          <a:p>
            <a:pPr>
              <a:spcAft>
                <a:spcPts val="600"/>
              </a:spcAft>
              <a:defRPr sz="1150">
                <a:solidFill>
                  <a:srgbClr val="666666"/>
                </a:solidFill>
              </a:defRPr>
            </a:pPr>
            <a:r>
              <a:t>    Students can report duplicate or plagiarized project titles directly to anonymous moderation.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57642"/>
                </a:solidFill>
              </a:defRPr>
            </a:pPr>
            <a:r>
              <a:t>🛡️ Zero-Knowledge Administrative Policy</a:t>
            </a:r>
          </a:p>
          <a:p>
            <a:pPr>
              <a:defRPr sz="1250" b="1">
                <a:solidFill>
                  <a:srgbClr val="0F2744"/>
                </a:solidFill>
              </a:defRPr>
            </a:pPr>
            <a:r>
              <a:t>★ Zero Personal Data Collection: </a:t>
            </a:r>
          </a:p>
          <a:p>
            <a:pPr>
              <a:spcAft>
                <a:spcPts val="600"/>
              </a:spcAft>
              <a:defRPr sz="1150">
                <a:solidFill>
                  <a:srgbClr val="666666"/>
                </a:solidFill>
              </a:defRPr>
            </a:pPr>
            <a:r>
              <a:t>    The administration panel strictly redacts student names, emails, and phone numbers from telemetry.</a:t>
            </a:r>
          </a:p>
          <a:p>
            <a:pPr>
              <a:defRPr sz="1250" b="1">
                <a:solidFill>
                  <a:srgbClr val="0F2744"/>
                </a:solidFill>
              </a:defRPr>
            </a:pPr>
            <a:r>
              <a:t>★ Pseudonymized Token Auditing: </a:t>
            </a:r>
          </a:p>
          <a:p>
            <a:pPr>
              <a:spcAft>
                <a:spcPts val="600"/>
              </a:spcAft>
              <a:defRPr sz="1150">
                <a:solidFill>
                  <a:srgbClr val="666666"/>
                </a:solidFill>
              </a:defRPr>
            </a:pPr>
            <a:r>
              <a:t>    Accounts are inspected as tokens (e.g. STU_#4820), preserving unbiased platform governance.</a:t>
            </a:r>
          </a:p>
          <a:p>
            <a:pPr>
              <a:defRPr sz="1250" b="1">
                <a:solidFill>
                  <a:srgbClr val="0F2744"/>
                </a:solidFill>
              </a:defRPr>
            </a:pPr>
            <a:r>
              <a:t>★ Protected Blueprints: </a:t>
            </a:r>
          </a:p>
          <a:p>
            <a:pPr>
              <a:spcAft>
                <a:spcPts val="600"/>
              </a:spcAft>
              <a:defRPr sz="1150">
                <a:solidFill>
                  <a:srgbClr val="666666"/>
                </a:solidFill>
              </a:defRPr>
            </a:pPr>
            <a:r>
              <a:t>    Private idea descriptions are masked from administrators as well, ensuring complete student ownership.</a:t>
            </a:r>
          </a:p>
          <a:p>
            <a:pPr>
              <a:defRPr sz="1250" b="1">
                <a:solidFill>
                  <a:srgbClr val="0F2744"/>
                </a:solidFill>
              </a:defRPr>
            </a:pPr>
            <a:r>
              <a:t>★ Decentralized Safety Controls: </a:t>
            </a:r>
          </a:p>
          <a:p>
            <a:pPr>
              <a:spcAft>
                <a:spcPts val="600"/>
              </a:spcAft>
              <a:defRPr sz="1150">
                <a:solidFill>
                  <a:srgbClr val="666666"/>
                </a:solidFill>
              </a:defRPr>
            </a:pPr>
            <a:r>
              <a:t>    Administrators maintain safety and freeze malicious accounts without possessing user PII.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6304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64B5F6"/>
                </a:solidFill>
              </a:defRPr>
            </a:pPr>
            <a:r>
              <a:t>SUMMARY &amp; ROADMAP</a:t>
            </a:r>
          </a:p>
          <a:p>
            <a:pPr>
              <a:spcAft>
                <a:spcPts val="2000"/>
              </a:spcAft>
              <a:defRPr sz="4000" b="1">
                <a:solidFill>
                  <a:srgbClr val="FFFFFF"/>
                </a:solidFill>
              </a:defRPr>
            </a:pPr>
            <a:r>
              <a:t>Empowering Students to Build Without Fear</a:t>
            </a:r>
          </a:p>
          <a:p>
            <a:pPr>
              <a:spcAft>
                <a:spcPts val="2400"/>
              </a:spcAft>
              <a:defRPr sz="1800">
                <a:solidFill>
                  <a:srgbClr val="DCE6F2"/>
                </a:solidFill>
              </a:defRPr>
            </a:pPr>
            <a:r>
              <a:t>ProjectBuddy bridges the gap between creative student ideation and secure execution.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✅ Solved Idea Theft: Public title index + Encrypted idea description blueprint.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✅ Solved Partner Finding: Automated skill-matching and interdisciplinary discovery.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✅ Solved Safe Governance: Zero-knowledge anonymous administrative telemetry.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✅ Future Roadmap: Inter-college hackathon integration, AI milestone synthesis, and GitHub repo sync.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1267</Words>
  <Application>Microsoft Office PowerPoint</Application>
  <PresentationFormat>Widescreen</PresentationFormat>
  <Paragraphs>159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student</cp:lastModifiedBy>
  <cp:revision>1</cp:revision>
  <dcterms:created xsi:type="dcterms:W3CDTF">2013-01-27T09:14:16Z</dcterms:created>
  <dcterms:modified xsi:type="dcterms:W3CDTF">2026-10-14T09:22:06Z</dcterms:modified>
  <cp:category/>
</cp:coreProperties>
</file>